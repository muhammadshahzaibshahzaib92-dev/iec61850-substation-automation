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IEC 61850 Substation Automation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GOOSE/MMS protection pipeline — fault detection, relay-breaker automation, and live monitoring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Shahzaib  |  Electrical Engineer (Power)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github.com/muhammadshahzaibshahzaib92-dev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substation protection pipeline demonstrating how fault detection, IEC 61850 GOOSE messaging, and live monitoring integrate in a digital substation.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132kV/11kV substation and calculate 3-phase fault currents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GOOSE publisher-subscriber communication between relay and breaker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trigger a trip when fault current exceeds threshold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end-to-end fault-to-trip timing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status, events, and fault current live in a browser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3" name="Image 0" descr="charts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1680"/>
            <a:ext cx="11064240" cy="21579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detected (pandapower) → Relay publishes GOOSE trip → Breaker receives &amp; trips → Dashboard updates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 &amp; Detect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5603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pandapower substation model; 3-phase short-circuit study calculates fault current at each bus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Publish (Relay)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5603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publisher (libiec61850/Python) sends a trip message when fault current exceeds threshold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Subscribe (Breaker)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603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subscriber listens for the message and trips in real time on receipt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9828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965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Visualize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5603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shows status, event log, and fault current graph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Fault Current by Bus</a:t>
            </a:r>
            <a:endParaRPr lang="en-US" sz="2800" dirty="0"/>
          </a:p>
        </p:txBody>
      </p:sp>
      <p:pic>
        <p:nvPicPr>
          <p:cNvPr id="3" name="Image 0" descr="charts/fault_current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Fault-to-Trip Timing</a:t>
            </a:r>
            <a:endParaRPr lang="en-US" sz="2800" dirty="0"/>
          </a:p>
        </p:txBody>
      </p:sp>
      <p:pic>
        <p:nvPicPr>
          <p:cNvPr id="3" name="Image 0" descr="charts/timing_breakdow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7772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libiec61850 required enabling a disabled R-GOOSE flag and patching the SWIG interface to fix linker errors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Same-host GOOSE delivery failed over WSL2's virtual 'eth0' — diagnosed with Wireshark, solved using the loopback interface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GitHub authentication from passwords to Personal Access Tokens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the codebase as 3 independently documented repos, mirroring real protection/automation/monitoring subsystems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end-to-end substation protection pipeline — from power system fault analysis through IEC 61850 GOOSE messaging to real-time visualization — demonstrating hands-on grid automation engineering skills.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github.com/muhammadshahzaibshahzaib92-dev/iec61850-substation-automation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GOOSE Relay-Breaker Communication: .../goose-relay-breaker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Fault-to-GOOSE Protection Logic: .../fault-to-goose-integration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Live Monitoring Dashboard: .../substation-monitoring-dashboard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2026-09-26T15:58:12Z</dcterms:created>
  <dcterms:modified xsi:type="dcterms:W3CDTF">2026-09-26T15:58:12Z</dcterms:modified>
</cp:coreProperties>
</file>